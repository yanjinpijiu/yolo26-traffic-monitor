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基于YOLO26的车流量检测系统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绿色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组员：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潜力（组长）23211880215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朱磊 23211880212    周政翰 23211880211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王恩熙 23211880210  来炎杰 23211880219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王沛杰 23211880202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</a:defRPr>
            </a:pPr>
            <a:r>
              <a:t>温州大学 计算机与人工智能学院  23人工智能2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城市交通拥堵问题日益严峻，车流量检测是智能交通系统核心基础技术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传统方案不足：地磁线圈成本高、覆盖有限、数据维度单一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YOLO26优势：首款无NMS端到端检测模型，CPU推理速度较前代提升43%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项目目标：基于YOLO26实现从模型训练→检测跟踪→车流量统计→GUI的完整工程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YOLO26目标检测算法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核心突破：移除NMS后处理环节，端到端直接输出检测结果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Backbone：C3k2模块 + 3×3小卷积核，优化浅层特征提取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Neck：SPPF + C2PSA多头注意力机制，增强关键区域聚焦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Head：DWConv深度可分离卷积，参数量减少35%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训练优化：ProgLoss渐进损失平衡 + STAL小目标感知标签分配 + MuSGD优化器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数据集与模型训练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UA-DETRAC交通数据集：训练集67957帧，验证集14128帧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8类车辆：car / bus / van / truck / others / bicycle / motorbike / person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预训练模型：yolo26n.pt，迁移学习微调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V1版本（4类）：imgsz=480，freeze=10，mAP50=72.3%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V3版本（8类含摩托车）：imgsz=640，epoch=13，mAP50=56.9%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训练硬件：RTX 4060 Laptop GPU（8GB），训练耗时约2-3小时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训练结果（V1版本）</a:t>
            </a:r>
          </a:p>
        </p:txBody>
      </p:sp>
      <p:pic>
        <p:nvPicPr>
          <p:cNvPr id="3" name="Picture 2" descr="v1_o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4114800"/>
          </a:xfrm>
          <a:prstGeom prst="rect">
            <a:avLst/>
          </a:prstGeom>
        </p:spPr>
      </p:pic>
      <p:pic>
        <p:nvPicPr>
          <p:cNvPr id="4" name="Picture 3" descr="v1_ou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最佳轮次Epoch 6：mAP50=0.723 | Precision=0.762 | Recall=0.643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训练指标与验证结果</a:t>
            </a:r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572000" cy="2286000"/>
          </a:xfrm>
          <a:prstGeom prst="rect">
            <a:avLst/>
          </a:prstGeom>
        </p:spPr>
      </p:pic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4572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训练过程指标：</a:t>
            </a:r>
            <a:br/>
            <a:r>
              <a:t>- Box Loss和Cls Loss随轮次持续下降</a:t>
            </a:r>
            <a:br/>
            <a:r>
              <a:t>- mAP50在Epoch 6达到峰值72.3%</a:t>
            </a:r>
            <a:br/>
            <a:r>
              <a:t>- 模型收敛稳定，无过拟合迹象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数据采集层：视频文件 / 摄像头实时读取 + OpenCV预处理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核心算法层：YOLO26检测 + ByteTrack多目标跟踪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业务逻辑层：虚拟检测线计数 + 轨迹过滤防重复 + 类别投票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用户界面层：PyQt5可视化界面（检测画面、统计面板、参数调节、CSV导出）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核心功能与计数优化策略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① 虚拟检测线计数：水平线可拖动调节，区分上行/下行车流量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② 唯一ID防重复：每个跟踪ID仅计一次，避免多帧重复统计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③ 轨迹长度过滤：轨迹≥5帧才计为有效通过，减少检测抖动误计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④ 历史类别投票：多帧类别序列投票决定最终分类，消除单帧误分类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⑤ 小目标面积过滤：面积&lt;500像素的目标剔除，过滤远距离误检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系统演示 — PyQt5图形界面</a:t>
            </a:r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4114800"/>
          </a:xfrm>
          <a:prstGeom prst="rect">
            <a:avLst/>
          </a:prstGeom>
        </p:spPr>
      </p:pic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左：系统主界面（视频显示+控制面板+统计面板）  右：车辆检测与车流量统计效果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0000"/>
                </a:solidFill>
              </a:defRPr>
            </a:pPr>
            <a:r>
              <a:t>已完成工作：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  - YOLO26模型训练（4类mAP50=72.3%，8类mAP50=56.9%）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  - ByteTrack多目标跟踪集成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  - 虚拟检测线计数 + 5重防重复优化策略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  - PyQt5完整桌面应用开发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00000"/>
                </a:solidFill>
              </a:defRPr>
            </a:pPr>
            <a:r>
              <a:t>改进方向：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  - 扩充夜间/雨雾训练数据，提升复杂场景检测精度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  - 支持多条虚拟检测线，适应多车道场景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  - ONNX导出优化 + INT8量化，进一步提升CPU推理速度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  - 边缘设备部署（Jetson Nano等）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